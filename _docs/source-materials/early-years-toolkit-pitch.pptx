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E3838"/>
          </a:solidFill>
          <a:ln w="12700">
            <a:solidFill>
              <a:srgbClr val="1E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11480"/>
            <a:ext cx="868680" cy="868680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93192"/>
            <a:ext cx="905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47548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</a:t>
            </a:r>
            <a:pPr indent="0" marL="0">
              <a:buNone/>
            </a:pPr>
            <a:r>
              <a:rPr lang="en-US" sz="1100" b="1" spc="3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Planning,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i="1" dirty="0">
                <a:solidFill>
                  <a:srgbClr val="E87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gentle.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Beautiful, educator-made planning templates for Australian early years settings.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educators, by an educator  ·  EYLF v2.0 aligned  ·  Launching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C5252"/>
          </a:solidFill>
          <a:ln w="12700">
            <a:solidFill>
              <a:srgbClr val="2C5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301752" cy="301752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94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731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</a:t>
            </a:r>
            <a:pPr indent="0" marL="0">
              <a:buNone/>
            </a:pPr>
            <a:r>
              <a:rPr lang="en-US" sz="8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takes hours every week.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educators do it alone, in their own time.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Quality Standard requires every service to document children's learning against the EYLF. Most educators do it with no training and no tools built for the Australian context.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26700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834640"/>
            <a:ext cx="2670048" cy="64008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6265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hrs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85800" y="36941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educator, per week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planning and documentation. Most of it outside paid hours, on evenings and weekends.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2834640"/>
            <a:ext cx="26700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834640"/>
            <a:ext cx="2670048" cy="64008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96265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520440" y="36941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sector every year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00507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the number one reason educators cite when they leave the profession.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267004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834640"/>
            <a:ext cx="2670048" cy="64008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6265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18,000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355080" y="36941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daycare educators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4005072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alone at home. No director. No colleague. No built-in support system.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C5252"/>
          </a:solidFill>
          <a:ln w="12700">
            <a:solidFill>
              <a:srgbClr val="2C5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301752" cy="301752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94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731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</a:t>
            </a:r>
            <a:pPr indent="0" marL="0">
              <a:buNone/>
            </a:pPr>
            <a:r>
              <a:rPr lang="en-US" sz="8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457200"/>
            <a:ext cx="3749040" cy="4686300"/>
          </a:xfrm>
          <a:prstGeom prst="rect">
            <a:avLst/>
          </a:prstGeom>
          <a:solidFill>
            <a:srgbClr val="2C5252"/>
          </a:solidFill>
          <a:ln w="12700">
            <a:solidFill>
              <a:srgbClr val="2C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042416"/>
            <a:ext cx="30906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library of beautiful planning templates.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83464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Australian early years. EYLF v2.0 aligned. New template packs every month.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370332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print, plan,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and observe.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6217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96926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96926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024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calendars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83794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83794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89280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planners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70662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70662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76148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charts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57530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357530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63016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display labels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73952" y="96926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96926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024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journals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73952" y="183794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83794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89280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records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73952" y="2706624"/>
            <a:ext cx="2286000" cy="694944"/>
          </a:xfrm>
          <a:prstGeom prst="rect">
            <a:avLst/>
          </a:prstGeom>
          <a:solidFill>
            <a:srgbClr val="D4E8E8"/>
          </a:solidFill>
          <a:ln w="6350">
            <a:solidFill>
              <a:srgbClr val="C0DA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2706624"/>
            <a:ext cx="64008" cy="694944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76148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routines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4498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 added every month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C5252"/>
          </a:solidFill>
          <a:ln w="12700">
            <a:solidFill>
              <a:srgbClr val="2C5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152"/>
            <a:ext cx="301752" cy="301752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594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731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</a:t>
            </a:r>
            <a:pPr indent="0" marL="0">
              <a:buNone/>
            </a:pPr>
            <a:r>
              <a:rPr lang="en-US" sz="8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THIS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the classroom. Not a boardroom.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early years experience. Made by someone who has actually used planning documents in a room full of children.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26700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23160"/>
            <a:ext cx="2670048" cy="548640"/>
          </a:xfrm>
          <a:prstGeom prst="rect">
            <a:avLst/>
          </a:prstGeom>
          <a:solidFill>
            <a:srgbClr val="2C5252"/>
          </a:solidFill>
          <a:ln w="12700">
            <a:solidFill>
              <a:srgbClr val="2C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87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EYLF v2.0 aligned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" y="370332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is checked against the current framework. Confident documentation before, during, and after an NQS assessment visit.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423160"/>
            <a:ext cx="26700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423160"/>
            <a:ext cx="2670048" cy="548640"/>
          </a:xfrm>
          <a:prstGeom prst="rect">
            <a:avLst/>
          </a:prstGeom>
          <a:solidFill>
            <a:srgbClr val="3B7A7A"/>
          </a:solidFill>
          <a:ln w="12700">
            <a:solidFill>
              <a:srgbClr val="3B7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487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02152" y="3081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enough to be proud of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2152" y="370332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functional. Not generic. Designed to look as good on a display wall as it does in a portfolio. Parents notice the difference.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423160"/>
            <a:ext cx="267004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CCB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423160"/>
            <a:ext cx="2670048" cy="548640"/>
          </a:xfrm>
          <a:prstGeom prst="rect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248716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36792" y="30815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Australia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370332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context, Australian terminology, Australian curriculum. Not templates with the wrong words swapped out.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E3838"/>
          </a:solidFill>
          <a:ln w="12700">
            <a:solidFill>
              <a:srgbClr val="1E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11480"/>
            <a:ext cx="868680" cy="868680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93192"/>
            <a:ext cx="905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47548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</a:t>
            </a:r>
            <a:pPr indent="0" marL="0">
              <a:buNone/>
            </a:pPr>
            <a:r>
              <a:rPr lang="en-US" sz="1100" b="1" spc="300" kern="0" dirty="0">
                <a:solidFill>
                  <a:srgbClr val="E8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support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team's planning?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pricing is available now to schools and centres signing up before the July 2026 launch.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730752"/>
            <a:ext cx="365760" cy="365760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7398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39410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Clare to register interest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4872" y="3730752"/>
            <a:ext cx="365760" cy="365760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072" y="37398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signs 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62072" y="39410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pricing locked 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32504" y="3730752"/>
            <a:ext cx="365760" cy="365760"/>
          </a:xfrm>
          <a:prstGeom prst="ellipse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2504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9704" y="37398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templates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9704" y="394106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very first month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1005840"/>
            <a:ext cx="2834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1005840"/>
            <a:ext cx="2834640" cy="530352"/>
          </a:xfrm>
          <a:prstGeom prst="rect">
            <a:avLst/>
          </a:prstGeom>
          <a:solidFill>
            <a:srgbClr val="E8794A"/>
          </a:solidFill>
          <a:ln w="12700">
            <a:solidFill>
              <a:srgbClr val="E879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033272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PRICING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61888" y="164592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C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</a:t>
            </a:r>
            <a:endParaRPr lang="en-US" sz="6600" dirty="0"/>
          </a:p>
        </p:txBody>
      </p:sp>
      <p:sp>
        <p:nvSpPr>
          <p:cNvPr id="25" name="Text 23"/>
          <p:cNvSpPr/>
          <p:nvPr/>
        </p:nvSpPr>
        <p:spPr>
          <a:xfrm>
            <a:off x="5961888" y="2496312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educator / per month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944368"/>
            <a:ext cx="2286000" cy="0"/>
          </a:xfrm>
          <a:prstGeom prst="line">
            <a:avLst/>
          </a:prstGeom>
          <a:noFill/>
          <a:ln w="6350">
            <a:solidFill>
              <a:srgbClr val="D8CC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3127248"/>
            <a:ext cx="201168" cy="201168"/>
          </a:xfrm>
          <a:prstGeom prst="ellipse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0585" y="3118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64224" y="309067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template packs every 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3538728"/>
            <a:ext cx="201168" cy="201168"/>
          </a:xfrm>
          <a:prstGeom prst="ellipse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0585" y="3529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64224" y="35021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EYLF v2.0 aligned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53328" y="3950208"/>
            <a:ext cx="201168" cy="201168"/>
          </a:xfrm>
          <a:prstGeom prst="ellipse">
            <a:avLst/>
          </a:prstGeom>
          <a:solidFill>
            <a:srgbClr val="8FA876"/>
          </a:solidFill>
          <a:ln w="12700">
            <a:solidFill>
              <a:srgbClr val="8FA8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0585" y="3941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64224" y="391363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 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663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hello@earlyyearstoolkit.com.au  ·  earlyyearstoolkit.com.au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Early Years Toolkit — Pitch Deck</dc:title>
  <dc:subject>PptxGenJS Presentation</dc:subject>
  <dc:creator>Clare</dc:creator>
  <cp:lastModifiedBy>Clare</cp:lastModifiedBy>
  <cp:revision>1</cp:revision>
  <dcterms:created xsi:type="dcterms:W3CDTF">2026-04-20T13:46:29Z</dcterms:created>
  <dcterms:modified xsi:type="dcterms:W3CDTF">2026-04-20T13:46:29Z</dcterms:modified>
</cp:coreProperties>
</file>